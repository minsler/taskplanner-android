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755f2f547c4363" /><Relationship Type="http://schemas.openxmlformats.org/officeDocument/2006/relationships/extended-properties" Target="/docProps/app.xml" Id="Re34a90178c5c43ff" /><Relationship Type="http://schemas.openxmlformats.org/officeDocument/2006/relationships/officeDocument" Target="/ppt/presentation.xml" Id="R71652bc4519e4a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7e1c4ea8240f5"/>
  </p:sldMasterIdLst>
  <p:notesMasterIdLst>
    <p:notesMasterId xmlns:r="http://schemas.openxmlformats.org/officeDocument/2006/relationships" r:id="Rc01aa23d67d74c65"/>
  </p:notesMasterIdLst>
  <p:sldIdLst>
    <p:sldId xmlns:r="http://schemas.openxmlformats.org/officeDocument/2006/relationships" id="256" r:id="R6b9ff608d566416d"/>
    <p:sldId xmlns:r="http://schemas.openxmlformats.org/officeDocument/2006/relationships" id="257" r:id="Rbd4c8f797e874f0e"/>
    <p:sldId xmlns:r="http://schemas.openxmlformats.org/officeDocument/2006/relationships" id="258" r:id="Ra30bb27a650d46fb"/>
    <p:sldId xmlns:r="http://schemas.openxmlformats.org/officeDocument/2006/relationships" id="259" r:id="R51a457ee15764edd"/>
    <p:sldId xmlns:r="http://schemas.openxmlformats.org/officeDocument/2006/relationships" id="260" r:id="Rec3bc8d690f34ec9"/>
    <p:sldId xmlns:r="http://schemas.openxmlformats.org/officeDocument/2006/relationships" id="261" r:id="Rb2f22dd537b14c6d"/>
    <p:sldId xmlns:r="http://schemas.openxmlformats.org/officeDocument/2006/relationships" id="262" r:id="R8abb2948b4594ad0"/>
    <p:sldId xmlns:r="http://schemas.openxmlformats.org/officeDocument/2006/relationships" id="263" r:id="R7e4bb2bd260e48e8"/>
    <p:sldId xmlns:r="http://schemas.openxmlformats.org/officeDocument/2006/relationships" id="264" r:id="R2370e2daa4e748aa"/>
    <p:sldId xmlns:r="http://schemas.openxmlformats.org/officeDocument/2006/relationships" id="265" r:id="R47ec38e2dbc040ab"/>
    <p:sldId xmlns:r="http://schemas.openxmlformats.org/officeDocument/2006/relationships" id="266" r:id="R0183811dea2d40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7e1c4ea8240f5" /><Relationship Type="http://schemas.openxmlformats.org/officeDocument/2006/relationships/theme" Target="/ppt/theme/theme1.xml" Id="R3421250d63fa42d5" /><Relationship Type="http://schemas.openxmlformats.org/officeDocument/2006/relationships/notesMaster" Target="/ppt/notesMasters/notesMaster1.xml" Id="Rc01aa23d67d74c65" /><Relationship Type="http://schemas.openxmlformats.org/officeDocument/2006/relationships/presProps" Target="/ppt/presProps.xml" Id="Rdc3b95a054aa463a" /><Relationship Type="http://schemas.openxmlformats.org/officeDocument/2006/relationships/viewProps" Target="/ppt/viewProps.xml" Id="Rb428d341111541fc" /><Relationship Type="http://schemas.openxmlformats.org/officeDocument/2006/relationships/tableStyles" Target="/ppt/tableStyles.xml" Id="Reafd1803a4c8431d" /><Relationship Type="http://schemas.openxmlformats.org/officeDocument/2006/relationships/slide" Target="/ppt/slides/slide1.xml" Id="R6b9ff608d566416d" /><Relationship Type="http://schemas.openxmlformats.org/officeDocument/2006/relationships/slide" Target="/ppt/slides/slide2.xml" Id="Rbd4c8f797e874f0e" /><Relationship Type="http://schemas.openxmlformats.org/officeDocument/2006/relationships/slide" Target="/ppt/slides/slide3.xml" Id="Ra30bb27a650d46fb" /><Relationship Type="http://schemas.openxmlformats.org/officeDocument/2006/relationships/slide" Target="/ppt/slides/slide4.xml" Id="R51a457ee15764edd" /><Relationship Type="http://schemas.openxmlformats.org/officeDocument/2006/relationships/slide" Target="/ppt/slides/slide5.xml" Id="Rec3bc8d690f34ec9" /><Relationship Type="http://schemas.openxmlformats.org/officeDocument/2006/relationships/slide" Target="/ppt/slides/slide6.xml" Id="Rb2f22dd537b14c6d" /><Relationship Type="http://schemas.openxmlformats.org/officeDocument/2006/relationships/slide" Target="/ppt/slides/slide7.xml" Id="R8abb2948b4594ad0" /><Relationship Type="http://schemas.openxmlformats.org/officeDocument/2006/relationships/slide" Target="/ppt/slides/slide8.xml" Id="R7e4bb2bd260e48e8" /><Relationship Type="http://schemas.openxmlformats.org/officeDocument/2006/relationships/slide" Target="/ppt/slides/slide9.xml" Id="R2370e2daa4e748aa" /><Relationship Type="http://schemas.openxmlformats.org/officeDocument/2006/relationships/slide" Target="/ppt/slides/slide10.xml" Id="R47ec38e2dbc040ab" /><Relationship Type="http://schemas.openxmlformats.org/officeDocument/2006/relationships/slide" Target="/ppt/slides/slide11.xml" Id="R0183811dea2d40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84d05ff236a4e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8a772651049ff" /><Relationship Type="http://schemas.openxmlformats.org/officeDocument/2006/relationships/notesMaster" Target="/ppt/notesMasters/notesMaster1.xml" Id="Rc945fd2f44bb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7996a2e8fa487e" /><Relationship Type="http://schemas.openxmlformats.org/officeDocument/2006/relationships/notesMaster" Target="/ppt/notesMasters/notesMaster1.xml" Id="Raa8093671ed2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97d441271146c8" /><Relationship Type="http://schemas.openxmlformats.org/officeDocument/2006/relationships/notesMaster" Target="/ppt/notesMasters/notesMaster1.xml" Id="Rd4e0fa9b88f94f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c66826d794b34" /><Relationship Type="http://schemas.openxmlformats.org/officeDocument/2006/relationships/notesMaster" Target="/ppt/notesMasters/notesMaster1.xml" Id="R43c755fc70f5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c1e9ebeee14dab" /><Relationship Type="http://schemas.openxmlformats.org/officeDocument/2006/relationships/notesMaster" Target="/ppt/notesMasters/notesMaster1.xml" Id="R0b3b3c2393ca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d6ea59320540bb" /><Relationship Type="http://schemas.openxmlformats.org/officeDocument/2006/relationships/notesMaster" Target="/ppt/notesMasters/notesMaster1.xml" Id="R94c3a7b4934241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8cd0cc2224496c" /><Relationship Type="http://schemas.openxmlformats.org/officeDocument/2006/relationships/notesMaster" Target="/ppt/notesMasters/notesMaster1.xml" Id="Rcb515402638542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84ee6e566a45a6" /><Relationship Type="http://schemas.openxmlformats.org/officeDocument/2006/relationships/notesMaster" Target="/ppt/notesMasters/notesMaster1.xml" Id="Rfcab62064bc545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bdca6d4c7f4da9" /><Relationship Type="http://schemas.openxmlformats.org/officeDocument/2006/relationships/notesMaster" Target="/ppt/notesMasters/notesMaster1.xml" Id="Rf0384b5332a644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20a872c9e44745" /><Relationship Type="http://schemas.openxmlformats.org/officeDocument/2006/relationships/notesMaster" Target="/ppt/notesMasters/notesMaster1.xml" Id="Rf88fa847617c4f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495cdea41c47be" /><Relationship Type="http://schemas.openxmlformats.org/officeDocument/2006/relationships/notesMaster" Target="/ppt/notesMasters/notesMaster1.xml" Id="Rab6d1777a06a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3a8b91567437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7d9c9827e74a79" /><Relationship Type="http://schemas.openxmlformats.org/officeDocument/2006/relationships/slideLayout" Target="/ppt/slideLayouts/slideLayout2.xml" Id="Re98e000e8e76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8e000e8e76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74545abf544b0" /><Relationship Type="http://schemas.openxmlformats.org/officeDocument/2006/relationships/image" Target="/ppt/media/image.jpeg" Id="Rcb13a44ba4c544f6" /><Relationship Type="http://schemas.openxmlformats.org/officeDocument/2006/relationships/image" Target="/ppt/media/image2.jpeg" Id="Ra7f11de4e078496b" /><Relationship Type="http://schemas.openxmlformats.org/officeDocument/2006/relationships/notesSlide" Target="/ppt/notesSlides/notesSlide1.xml" Id="R3772dfe924c7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8a5fdc492f4c51" /><Relationship Type="http://schemas.openxmlformats.org/officeDocument/2006/relationships/notesSlide" Target="/ppt/notesSlides/notesSlide2.xml" Id="R92cb0e9d8200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dd892c0f44632" /><Relationship Type="http://schemas.openxmlformats.org/officeDocument/2006/relationships/notesSlide" Target="/ppt/notesSlides/notesSlide3.xml" Id="R8985266eb24e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735d5dc6848c0" /><Relationship Type="http://schemas.openxmlformats.org/officeDocument/2006/relationships/notesSlide" Target="/ppt/notesSlides/notesSlide4.xml" Id="Rbfb601786cc949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4993c4b5648fc" /><Relationship Type="http://schemas.openxmlformats.org/officeDocument/2006/relationships/notesSlide" Target="/ppt/notesSlides/notesSlide5.xml" Id="R44d69345e27143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c092c3eb014e63" /><Relationship Type="http://schemas.openxmlformats.org/officeDocument/2006/relationships/image" Target="/ppt/media/image.png" Id="R0ebb2785a44844a9" /><Relationship Type="http://schemas.openxmlformats.org/officeDocument/2006/relationships/notesSlide" Target="/ppt/notesSlides/notesSlide6.xml" Id="R70806286044e4a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e75b2c7f04cd6" /><Relationship Type="http://schemas.openxmlformats.org/officeDocument/2006/relationships/image" Target="/ppt/media/image2.png" Id="R21d07e1940074a41" /><Relationship Type="http://schemas.openxmlformats.org/officeDocument/2006/relationships/notesSlide" Target="/ppt/notesSlides/notesSlide7.xml" Id="R9e50198ecd8343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a73d4e07b34764" /><Relationship Type="http://schemas.openxmlformats.org/officeDocument/2006/relationships/image" Target="/ppt/media/image3.png" Id="Reeedb6ae64c94925" /><Relationship Type="http://schemas.openxmlformats.org/officeDocument/2006/relationships/notesSlide" Target="/ppt/notesSlides/notesSlide8.xml" Id="Rea609d9ac08c41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15d71ec0f94d1b" /><Relationship Type="http://schemas.openxmlformats.org/officeDocument/2006/relationships/image" Target="/ppt/media/image3.jpeg" Id="Rf58c39a9857d404c" /><Relationship Type="http://schemas.openxmlformats.org/officeDocument/2006/relationships/image" Target="/ppt/media/image4.jpeg" Id="R451c0410f12349d1" /><Relationship Type="http://schemas.openxmlformats.org/officeDocument/2006/relationships/image" Target="/ppt/media/image5.jpeg" Id="Radbe126f275846c2" /><Relationship Type="http://schemas.openxmlformats.org/officeDocument/2006/relationships/image" Target="/ppt/media/image6.jpeg" Id="Rd68842f05a4541ad" /><Relationship Type="http://schemas.openxmlformats.org/officeDocument/2006/relationships/notesSlide" Target="/ppt/notesSlides/notesSlide9.xml" Id="R97d24ba3926b4e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20f714f97403d" /><Relationship Type="http://schemas.openxmlformats.org/officeDocument/2006/relationships/notesSlide" Target="/ppt/notesSlides/notesSlide10.xml" Id="Re267351e19a648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e777bce9f84443" /><Relationship Type="http://schemas.openxmlformats.org/officeDocument/2006/relationships/notesSlide" Target="/ppt/notesSlides/notesSlide11.xml" Id="R2b481ecc31894f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41A60-997B-40FD-AF22-229F4DA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019C8-0C49-4449-8450-C384113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10BEC-2932-4517-AA50-D3358985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A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AE6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D26ED-73D7-4D64-A38E-9A53F16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Курсовая работа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A4F85-D67C-4934-8883-ECAD8A3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71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0A63D-8D35-4B3C-96DB-CD00AD2A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DEAE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DEAE6"/>
                </a:solidFill>
                <a:latin typeface="Aptos"/>
                <a:ea typeface="Aptos"/>
                <a:cs typeface="Aptos"/>
              </a:rPr>
              <a:t>Клиент-серверное Android-приложение «Планировщик задач»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D23E3-FC35-4A08-82B9-7D045FD7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9AD65-077B-4783-92F0-7E581BD7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AE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FAE9B"/>
                </a:solidFill>
                <a:latin typeface="Aptos"/>
                <a:ea typeface="Aptos"/>
                <a:cs typeface="Aptos"/>
              </a:rPr>
              <a:t>Android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4AFB5-E130-4EBD-ACEB-F71E7B0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клиент на Kotlin и Jetpack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DAF2A-3EDB-4ADA-87B0-752B49D6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9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CA1C6-4463-4580-88D5-58F0FE3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Ktor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AC7A4-4FD2-4140-9A06-135BC25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сервер с JWT и 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466FC-02EF-4837-A957-94F5F245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290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25B00-2669-41CA-8AE4-E18CBF55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CRUD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ADA4B-3A4A-4AAF-BEF6-979A4DD5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81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полный цикл работы с задачами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3a44ba4c544f6"/>
          <a:stretch xmlns:a="http://schemas.openxmlformats.org/drawingml/2006/main"/>
        </p:blipFill>
        <p:spPr>
          <a:xfrm xmlns:a="http://schemas.openxmlformats.org/drawingml/2006/main">
            <a:off x="8553450" y="991658"/>
            <a:ext cx="1790700" cy="3979333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11de4e078496b"/>
          <a:stretch xmlns:a="http://schemas.openxmlformats.org/drawingml/2006/main"/>
        </p:blipFill>
        <p:spPr>
          <a:xfrm xmlns:a="http://schemas.openxmlformats.org/drawingml/2006/main">
            <a:off x="9791700" y="1361017"/>
            <a:ext cx="1638300" cy="3640667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1B5C70-0707-4BB6-9962-EE2FEDA6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8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8D4"/>
                </a:solidFill>
                <a:latin typeface="Aptos"/>
                <a:ea typeface="Aptos"/>
                <a:cs typeface="Aptos"/>
              </a:rPr>
              <a:t>Студент: ____________________     Группа: ____________________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3804B-814E-4433-A5A4-F5D40F2C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3406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CE99E-47D1-4269-822A-4C3E971A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E98CF-D688-44F3-AD0E-B24397A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14CBB-058B-41F1-8924-B110C00C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5708B-86E8-4C19-AA6F-B6FACD9C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АКТУАЛЬНОСТЬ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D47A0-3AF3-4EAC-B871-E0017C3D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Планировщик закрывает повседневную задачу: быстро зафиксировать, найти и завершить дело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AA89F-5321-43EE-A123-F1B5D00C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BCED-60A6-4389-9135-FB8BDAB5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F149-3097-41D7-937D-51393012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9F141-8EC7-4460-8872-FA2ADD41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533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Пользователю нужен единый список задач с понятным статусом, поиском и доступом с мобильного устройства.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26A08-7F16-4581-821B-F0A3D86F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CCFA7-4CEF-4826-9B95-578A762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8FA0E-1CDE-4FBA-A7A4-C88DE9EC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241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9920C-12EB-4082-9D68-5D86BFE7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533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Разработать Android-приложение с авторизацией, хранением токена и серверной синхронизацией задач.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B2F3F-FC21-4B7A-AB6A-07DECC9E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295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A6372-6711-4225-BD00-FA4AF6D3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DB879-967B-4A78-80DE-BE224EB0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24100"/>
            <a:ext cx="2533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68DE2-2456-4DFC-A30B-EB4C232C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2533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Получено приложение с регистрацией, CRUD-задачами, поиском, историей запросов и темной темой.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92E20-E1CB-444B-83F0-810E52BF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8A655-D8AA-47F2-8336-8F6A6DE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319BC-55FA-4F0A-9041-12978A2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защищенный доступ к данным пользователя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33177-07F4-4138-A3FF-A8ADFEF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148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26A24-4679-4515-9B15-D34D16C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863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AE9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FAE9B"/>
                </a:solidFill>
                <a:latin typeface="Aptos"/>
                <a:ea typeface="Aptos"/>
                <a:cs typeface="Aptos"/>
              </a:rPr>
              <a:t>DataStore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060996-A1E5-405E-8245-F0993F9E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67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сохранение токена, темы и истории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AE234D-8663-4CD4-8498-4C139EED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148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E636E1-3C25-4179-9DAA-137D8D05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UX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9AA50-0005-4A67-80BB-8E47F66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67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loading, error, empty и not found состояния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032E0-9C64-4480-8FC4-780A269A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5A8BD4-650F-4E5E-9CB3-2D520C0C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8630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D59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D597A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B8C44-A96D-4EAF-A394-47859526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67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клиент взаимодействует с сервером по 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179DA0-1A2C-4094-865D-8892D745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27369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E4502-710D-4C3A-BB3D-938F4287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469A4-5B74-494F-9534-522BDC7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A27B7-6204-445B-BF9A-AC9D854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2D549-DFCB-44CB-A3E9-8A23A4A0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ТРЕБОВАНИЯ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0A8D3-8F04-4497-9A26-27AB9E01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Обязательные функции методички закрыты в пользовательском сценарии приложения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D8301-D30E-46D3-B4FA-3638554B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C8CE9-C1C3-4C4E-AAF6-D45EFBCA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002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Регистрация и авторизация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6EFE-9B52-4A55-98A4-D63BF7E9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2882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отдельные экраны входа и создания аккаунта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29938-8A85-48CD-BB47-518DEA64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9CF07-8EE8-44AB-AE0E-9E748C1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ECDAE-B5D8-4DF3-9FD6-F81DF336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Поиск и очистка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1DE28-23FB-486B-B916-308EAAB4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локальная фильтрация, кнопка «Очистить», сохранение запроса при повороте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B0A4F-679C-4BBB-9575-C619934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49382-0E1E-454B-AD6A-D613A19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46CF1-6B2C-4667-B729-247E27F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История поиска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AF3CE-38E7-4783-B4AF-7AF4C8E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992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до 10 последних запросов сохраняются в DataStore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CD61C1-3538-45EE-9FDB-FEA2191C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3952EC-4049-46C7-9766-40717BCE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936BF-A443-49E0-AE1E-463C5A3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Плейсхолдеры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99769-48F9-4638-B252-08CEB58B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0047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empty, not found и error с возможностью обновить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CE34A-9888-46C5-B6F8-37BFCAD6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7B93F-A8D8-404F-9704-3987A12E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C93BC6-DC49-4CD7-8907-A6408A22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ProgressBar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F29E4-8F92-4414-99E1-4E926C5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9102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видимое состояние загрузки при запросах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DD3C5-2297-4844-BEF0-92DAA3DE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77DCC-1B10-40A2-9C38-75850B40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91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8B3F8-516F-4970-BD0F-DB044AF3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Темная тема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A8EF34-144E-4BE4-A977-9E13E3DF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81575"/>
            <a:ext cx="5962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переключатель и сохранение выбранного режима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384333-287E-4E82-A2BA-C5A4D86A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FC141-6E3F-4A83-9FCB-38197848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6427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24315-C8D7-4A43-81CD-035D40E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A7ED5-8F87-4130-9AB5-83C5F982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10138-42EF-4C3F-807D-1A88FA7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A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AE6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95293-379A-4ED7-B2C4-A7F1FA2E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F7539-7EFB-4B3C-BEAF-7CCF32C9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rPr>
              <a:t>Стек выбран так, чтобы сохранить чистое разделение клиента, сервера и данных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08ED9-028E-4A48-B197-08E4EA8F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8F01A-9720-461C-9313-0962CD2F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101FE-50FC-4D10-BF67-CB9C524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Клиентская часть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D9810-8524-4B01-9A7A-8756B38D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628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Kotlin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Jetpack Compose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Clean Architecture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ViewModel + StateFlow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Retrofit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DataStore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E38BC-164D-4288-B387-3B5CA968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7C5D6-E000-41AC-840A-699F7011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F1CF2-1521-4FA1-A45C-FD64D913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Серверная часть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A4536-4150-4144-A3C4-D4E26AFD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2628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Kotlin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Ktor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JWT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BCrypt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Exposed ORM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AF085-955A-434B-A46E-3AB960CA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2E0C1-3D9A-482A-A452-A9A0799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C99E9-9900-466C-8313-55735A16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Инструменты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DC0859-2A15-4BDA-B93C-1D3A7773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6289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Android Studio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IntelliJ IDEA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Postman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Gradle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GitHub для публикации исходного кода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47E59-9025-4D26-9BA5-B1B634D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58681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AFC01-3E7C-4752-8D4E-2BC689B9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36EBC-E096-43AC-9D8B-D7E2E491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EA177-5277-4C02-AFEF-13C871E1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D66E7-BA76-4D48-9DC7-8B1D380F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D760A-B897-4A84-AB7B-08DCDEBC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Клиент и сервер связаны REST API, а доступ к задачам ограничен userId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6CEBD-A400-4212-A7E9-75E5BF4E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9525">
            <a:solidFill>
              <a:srgbClr val="3C6E7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E7096-0C35-4EAC-ADD0-C1206D5D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057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Presentation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Compose + ViewModel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DD062-446E-4AC0-87F9-5992EA1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9525">
            <a:solidFill>
              <a:srgbClr val="4FAE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EE6F6-FB1D-4404-80C1-10AF850B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1943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Domain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модели и контракты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57F81-7C0D-4A09-9214-FFCCF418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4320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F45DB-A27D-473D-83C7-D913867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1924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repository +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C140E0-88C3-43CD-8EF5-531AE643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432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9525">
            <a:solidFill>
              <a:srgbClr val="6D59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29FAF-0DC5-4ABD-A635-FD890D9F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38450"/>
            <a:ext cx="1771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Server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Ktor +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B86C2-2D17-4BEB-8EDC-7CF7675E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99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B1635-D231-4147-B395-939F0528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99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6335C-91D6-46C1-A496-B14839F1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990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991F9-A367-44AF-B3A2-A65D508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9525">
            <a:solidFill>
              <a:srgbClr val="3C6E7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7830F-12DB-4062-B572-D7CAFC71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JWT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0B34A-EC62-4214-90ED-72A567D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576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FD2EA2-ED02-40E5-AAF8-D36CA240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242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CRUD задач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69871-90D8-4E18-81E2-944E0F6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Разделение на data / domain / presentation упрощает поддержку приложения и снижает риск поломки UI при изменении API.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AE1D5-749D-416D-9C51-5B10794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97268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D5A14D-8CAE-4B59-99BD-40321C4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CEC86-FB5D-4A3C-AB77-9FDD381A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1205B-D2AC-47F5-9C86-DC9B3EF7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8B60C-FEB4-4D9D-ADA0-0568E513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СЦЕНАРИИ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0025C-022E-43C0-895E-FF9F86E2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Диаграмма use case показывает основные действия пользователя в системе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b2785a44844a9"/>
          <a:stretch xmlns:a="http://schemas.openxmlformats.org/drawingml/2006/main"/>
        </p:blipFill>
        <p:spPr>
          <a:xfrm xmlns:a="http://schemas.openxmlformats.org/drawingml/2006/main">
            <a:off x="1461135" y="1885950"/>
            <a:ext cx="589788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FBD2-D440-4028-8418-AB61ED11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3A138-1C9D-4C54-81AB-056573B7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764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91173-3A5E-4116-BC5C-82B0159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Главный актор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CD919-E84D-407C-862B-78EFF474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2890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Пользователь регистрируется, входит в систему и управляет собственными задачами.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D1FB4-5DB3-4F45-B559-C8E5DC6B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66001-01FE-4B5C-A951-340AAD6C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76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3B067-AEAF-4F7C-9BAA-37364ADC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215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Ключевой поток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B1C63-EE4D-41BA-A66A-D6A82E1F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152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Создание, изменение, удаление и перевод задачи между статусами.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F7C11-1BE2-4785-9F04-06FFDF95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96355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ADB0A-5881-4D28-94AB-C747C85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4670C-D97C-45A5-A955-BD55BE2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62DDC0-7F42-4E1A-ADAB-EA99C80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E6E74-17C5-40AC-9319-2DDAEE96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МОДЕЛЬ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99860-5A86-47A6-809B-AFB0AB0C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Классы и таблицы отражают минимальный набор сущностей для планировщика задач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07e1940074a41"/>
          <a:stretch xmlns:a="http://schemas.openxmlformats.org/drawingml/2006/main"/>
        </p:blipFill>
        <p:spPr>
          <a:xfrm xmlns:a="http://schemas.openxmlformats.org/drawingml/2006/main">
            <a:off x="1011186" y="1790700"/>
            <a:ext cx="5921477" cy="4171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F9D7E-1801-4687-9947-BDA0ECA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8AD1D-6736-4895-A6F9-F20C1239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7CD02-DAF5-4693-90C6-B1C6FE07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C080A-6291-4F9C-9734-20C66F4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Хранит учетные данные пользователя и является владельцем задач.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C253F-A1AB-484A-94EC-562B9D4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9450A-4B73-44B7-8019-1D643E60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909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B0BAD-3F97-47DE-823B-01A133F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814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837C1-529A-4A92-BED3-82413C1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Содержит название, описание, статус и связь с userId.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058E4-4ECC-4566-9B25-25407462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43450"/>
            <a:ext cx="285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41CFB-B846-41C9-A22D-0871C1AB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43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3E0B9-C597-4D0E-80E0-588710BA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339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A4566-74F6-4ABE-B8CA-73BF5BCB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9590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Изолирует UI от деталей сетевого обмена и DTO.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B6611C-E6E5-4937-BC2E-2FF30D42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76720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5C06FA-19A8-40C3-BCC0-E1F0EC64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90ECD-FAF9-4D83-9627-F836D3C4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ADC72-D0A1-44EA-93F9-AA33B565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A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AE6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87EAB-7ACD-49E3-A073-BC13782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IDEF0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44E87-B843-45EE-8F2A-0DA6E6B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rPr>
              <a:t>Основной процесс приложения сведен к управлению задачами пользователя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edb6ae64c94925"/>
          <a:stretch xmlns:a="http://schemas.openxmlformats.org/drawingml/2006/main"/>
        </p:blipFill>
        <p:spPr>
          <a:xfrm xmlns:a="http://schemas.openxmlformats.org/drawingml/2006/main">
            <a:off x="1427747" y="1885950"/>
            <a:ext cx="6898105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205550-11BC-4EA3-A862-6C40BA13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2885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5E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E9"/>
                </a:solidFill>
                <a:latin typeface="Aptos"/>
                <a:ea typeface="Aptos"/>
                <a:cs typeface="Aptos"/>
              </a:rPr>
              <a:t>Входы: данные пользователя и задачи</a:t>
            </a:r>
          </a:p>
          <a:p xmlns:a="http://schemas.openxmlformats.org/drawingml/2006/main">
            <a:pPr algn="l">
              <a:defRPr sz="1350" b="0">
                <a:solidFill>
                  <a:srgbClr val="E5E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E9"/>
                </a:solidFill>
                <a:latin typeface="Aptos"/>
                <a:ea typeface="Aptos"/>
                <a:cs typeface="Aptos"/>
              </a:rPr>
              <a:t>Управление: правила доступа и требования методички</a:t>
            </a:r>
          </a:p>
          <a:p xmlns:a="http://schemas.openxmlformats.org/drawingml/2006/main">
            <a:pPr algn="l">
              <a:defRPr sz="1350" b="0">
                <a:solidFill>
                  <a:srgbClr val="E5E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E9"/>
                </a:solidFill>
                <a:latin typeface="Aptos"/>
                <a:ea typeface="Aptos"/>
                <a:cs typeface="Aptos"/>
              </a:rPr>
              <a:t>Механизм: Android-клиент, сервер, база данных</a:t>
            </a:r>
          </a:p>
          <a:p xmlns:a="http://schemas.openxmlformats.org/drawingml/2006/main">
            <a:pPr algn="l">
              <a:defRPr sz="1350" b="0">
                <a:solidFill>
                  <a:srgbClr val="E5EE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5EEE9"/>
                </a:solidFill>
                <a:latin typeface="Aptos"/>
                <a:ea typeface="Aptos"/>
                <a:cs typeface="Aptos"/>
              </a:rPr>
              <a:t>Выход: актуальный список задач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B15D0-DF8F-40E1-893C-A1A7F10D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460156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C6C8A-3487-440B-A2CE-13CA8FFA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C520-2E0F-47D8-9BB5-51AA3467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E9B4A-514D-4148-9155-F59A99F7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19262-FF1D-4473-83B8-BDE7EE14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ИНТЕРФЕЙС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EDACE-3C03-42DA-BDA4-4765FEA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Экраны закрывают основные состояния работы: вход, список, создание и темная тема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c39a9857d404c"/>
          <a:stretch xmlns:a="http://schemas.openxmlformats.org/drawingml/2006/main"/>
        </p:blipFill>
        <p:spPr>
          <a:xfrm xmlns:a="http://schemas.openxmlformats.org/drawingml/2006/main">
            <a:off x="1162050" y="1810808"/>
            <a:ext cx="1619250" cy="3598333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c0410f12349d1"/>
          <a:stretch xmlns:a="http://schemas.openxmlformats.org/drawingml/2006/main"/>
        </p:blipFill>
        <p:spPr>
          <a:xfrm xmlns:a="http://schemas.openxmlformats.org/drawingml/2006/main">
            <a:off x="3543300" y="1810808"/>
            <a:ext cx="1619250" cy="3598333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e126f275846c2"/>
          <a:stretch xmlns:a="http://schemas.openxmlformats.org/drawingml/2006/main"/>
        </p:blipFill>
        <p:spPr>
          <a:xfrm xmlns:a="http://schemas.openxmlformats.org/drawingml/2006/main">
            <a:off x="5924550" y="1810808"/>
            <a:ext cx="1619250" cy="3598333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842f05a4541ad"/>
          <a:stretch xmlns:a="http://schemas.openxmlformats.org/drawingml/2006/main"/>
        </p:blipFill>
        <p:spPr>
          <a:xfrm xmlns:a="http://schemas.openxmlformats.org/drawingml/2006/main">
            <a:off x="8305800" y="1810808"/>
            <a:ext cx="1619250" cy="359833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7F1D6-0690-4254-9D15-953C091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9525">
            <a:solidFill>
              <a:srgbClr val="3C6E7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DB169-CB9E-49BC-9C18-A9AC7AF2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245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Авторизация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17523-317B-4290-9E9F-42C74CD3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57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9525">
            <a:solidFill>
              <a:srgbClr val="4FAE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92F25-C1BD-4147-9359-E2BD4E19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7245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Поиск и вкладки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D7D4B-A5CB-4E40-AD28-B42394ED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657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4D732-8AB5-453B-90C7-CCFF9D03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245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Создание задачи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05A58-B421-4818-8094-79E40A1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5785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9525">
            <a:solidFill>
              <a:srgbClr val="6D59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E30B7-245E-41F7-82BD-EC9EBA1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245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Темная тема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A1FE3-8C74-458C-AF4E-4C8D007B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183240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BF1C3-FC2B-4DC1-B09E-55F2A23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85611-1E60-4BCA-BE7D-48860878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0B31F-D90E-4A7E-9407-4388B9F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3C6E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C6E71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4E022-DB2E-4E64-A8E2-EE7EB367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РЕЗУЛЬТАТЫ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7C511-2D8D-4BED-A12F-C44EFAE1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11F"/>
                </a:solidFill>
                <a:latin typeface="Aptos Display"/>
                <a:ea typeface="Aptos Display"/>
                <a:cs typeface="Aptos Display"/>
              </a:rPr>
              <a:t>Приложение реализовано и проверено по основным пользовательским сценариям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2D5CC-AC67-4A5A-93C7-3EB81E84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95C31-573E-4F27-98C0-D0F46C2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7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6C077-E955-4AF6-B5CF-F830E41C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Авторизация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D3A0F-F44A-43CD-96B3-A08CD665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43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Регистрация и вход работают через серверный API, JWT сохраняется локально.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1E999-7A7C-4DDB-BBCA-AE9E003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AF494-87E4-44A0-A686-2A197E73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6DBFA-73F9-45E9-8A8F-3FC54A37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Задачи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C7B24-0F22-47D6-AFA6-132A0B68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243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Реализованы загрузка, добавление, редактирование, удаление и смена статуса.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3A136-2769-4772-90B4-B5B8ADEA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8A8D7-136E-4AAD-B35F-22CCFF85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F8798-16A6-4E77-86FC-CB77B9A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2288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Состояния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4CEFF4-0231-4EC8-B321-4570A6FC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90800"/>
            <a:ext cx="2438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Есть ProgressBar, ошибки с обновлением, пустые списки и «ничего не найдено».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E1D98-A35E-465C-B9ED-96A6C639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576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D203D8-E4FA-4312-A7B3-805CCA6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57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9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D42DF-9251-4324-BB6A-032F826B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Персонализация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389E2-3541-4A9A-BB77-0DAD36E2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Темная тема и история поиска сохраняются в DataStore.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5EE03-E9C8-4D2C-A9EF-E5DFB274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467C8D-5AC3-4A87-B390-5291BDD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418D5-803D-4B10-BD6B-13110A48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481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Безопасность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AE24A-7EA9-4D36-ADF5-3FE4F83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10100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Сервер проверяет принадлежность задач по userId.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D2E87-3DC2-48C3-BBE6-AB0C8AC8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10834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C6586-1EE4-44A1-BD47-298E89E7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923BD-0071-4B87-9869-446103D1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66700"/>
            <a:ext cx="5715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8251F-9449-4013-AD92-100348FC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57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EAE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AE6"/>
                </a:solidFill>
                <a:latin typeface="Aptos"/>
                <a:ea typeface="Aptos"/>
                <a:cs typeface="Aptos"/>
              </a:rPr>
              <a:t>TaskPlanner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7FBB1-120F-4A21-A96D-009A834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ИСХОДНЫЙ КОД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D1B4F-1F1F-482B-9F76-B083CD54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BF7EC"/>
                </a:solidFill>
                <a:latin typeface="Aptos Display"/>
                <a:ea typeface="Aptos Display"/>
                <a:cs typeface="Aptos Display"/>
              </a:rPr>
              <a:t>После публикации проекта на GitHub ссылки можно вставить прямо на этот слайд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C535F-4B8A-45A2-AD92-83F29DB5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305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DD991-86D7-44DF-A313-B455CFAD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AE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9907B-2B39-4983-AF0A-64460EDB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Клиентская часть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EACDF-211B-4313-B73E-AFD0C99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388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https://github.com/&lt;username&gt;/TaskPlanner-Android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Папка проекта: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C:/Users/marya/AndroidStudioProjects/TaskPlanner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91831-AC28-4FAD-AEC1-93EB422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47900"/>
            <a:ext cx="43053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285BD-E149-4758-8580-818B91C9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4790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3F87E-BA86-404D-82C1-CAD92CEB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3886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11F"/>
                </a:solidFill>
                <a:latin typeface="Aptos"/>
                <a:ea typeface="Aptos"/>
                <a:cs typeface="Aptos"/>
              </a:rPr>
              <a:t>Серверная часть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8F243-8735-4E68-BCD4-315F098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388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https://github.com/&lt;username&gt;/TaskPlanner-Server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Папка проекта:</a:t>
            </a:r>
          </a:p>
          <a:p xmlns:a="http://schemas.openxmlformats.org/drawingml/2006/main">
            <a:pPr algn="l">
              <a:defRPr sz="1125" b="0">
                <a:solidFill>
                  <a:srgbClr val="62706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2706B"/>
                </a:solidFill>
                <a:latin typeface="Aptos"/>
                <a:ea typeface="Aptos"/>
                <a:cs typeface="Aptos"/>
              </a:rPr>
              <a:t>C:/Users/marya/IdeaProjects/TaskPlannerServer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24564-89EB-42E1-A908-5C9EAF46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EE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5EEE9"/>
                </a:solidFill>
                <a:latin typeface="Aptos"/>
                <a:ea typeface="Aptos"/>
                <a:cs typeface="Aptos"/>
              </a:rPr>
              <a:t>Важно: перед публикацией серверной части нужно убрать пароли, JWT-secret и другие приватные данные из кода или конфигурации.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88BC1-0E7B-401A-859A-41F4601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Спасибо за внимание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A3841-EFB9-4CE4-A9B5-1570627E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A92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928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66915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2026-05-30T17:15:46.0070000Z</dcterms:created>
  <dcterms:modified xsi:type="dcterms:W3CDTF">2026-05-30T17:15:46.0070000Z</dcterms:modified>
</coreProperties>
</file>